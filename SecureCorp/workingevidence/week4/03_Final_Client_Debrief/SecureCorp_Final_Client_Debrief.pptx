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SecureCorp Security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Final Client Debrief</a:t>
            </a:r>
          </a:p>
          <a:p>
            <a:pPr>
              <a:defRPr sz="2000"/>
            </a:pPr>
            <a:r>
              <a:t>Junior Cybersecurity Consultant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Four-week lifecycle</a:t>
            </a:r>
          </a:p>
          <a:p>
            <a:pPr>
              <a:defRPr sz="2000"/>
            </a:pPr>
            <a:r>
              <a:t>• Discovery &amp; monitoring</a:t>
            </a:r>
          </a:p>
          <a:p>
            <a:pPr>
              <a:defRPr sz="2000"/>
            </a:pPr>
            <a:r>
              <a:t>• Controlled assessment</a:t>
            </a:r>
          </a:p>
          <a:p>
            <a:pPr>
              <a:defRPr sz="2000"/>
            </a:pPr>
            <a:r>
              <a:t>• Detection &amp; investigation</a:t>
            </a:r>
          </a:p>
          <a:p>
            <a:pPr>
              <a:defRPr sz="2000"/>
            </a:pPr>
            <a:r>
              <a:t>• Remediation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Arch Linux — Wazuh manager</a:t>
            </a:r>
          </a:p>
          <a:p>
            <a:pPr>
              <a:defRPr sz="2000"/>
            </a:pPr>
            <a:r>
              <a:t>Ubuntu — DVWA target + Wazuh agent</a:t>
            </a:r>
          </a:p>
          <a:p>
            <a:pPr>
              <a:defRPr sz="2000"/>
            </a:pPr>
            <a:r>
              <a:t>Kali — authorized attacker</a:t>
            </a:r>
          </a:p>
          <a:p>
            <a:pPr>
              <a:defRPr sz="2000"/>
            </a:pPr>
            <a:r>
              <a:t>Controlled, self-contained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Brute-force authentication</a:t>
            </a:r>
          </a:p>
          <a:p>
            <a:pPr>
              <a:defRPr sz="2000"/>
            </a:pPr>
            <a:r>
              <a:t>SQL injection</a:t>
            </a:r>
          </a:p>
          <a:p>
            <a:pPr>
              <a:defRPr sz="2000"/>
            </a:pPr>
            <a:r>
              <a:t>Cross-site scripting</a:t>
            </a:r>
          </a:p>
          <a:p>
            <a:pPr>
              <a:defRPr sz="2000"/>
            </a:pPr>
            <a:r>
              <a:t>Command injection / 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security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Command injection: highest technical severity</a:t>
            </a:r>
          </a:p>
          <a:p>
            <a:pPr>
              <a:defRPr sz="2000"/>
            </a:pPr>
            <a:r>
              <a:t>SQL injection: data confidentiality/integrity risk</a:t>
            </a:r>
          </a:p>
          <a:p>
            <a:pPr>
              <a:defRPr sz="2000"/>
            </a:pPr>
            <a:r>
              <a:t>XSS: browser-side execution risk</a:t>
            </a:r>
          </a:p>
          <a:p>
            <a:pPr>
              <a:defRPr sz="2000"/>
            </a:pPr>
            <a:r>
              <a:t>Brute force: account compromise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detected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 telemetry → Wazuh 31103/31106</a:t>
            </a:r>
          </a:p>
          <a:p>
            <a:pPr>
              <a:defRPr sz="2000"/>
            </a:pPr>
            <a:r>
              <a:t>SSH authentication → Wazuh 5710/5763</a:t>
            </a:r>
          </a:p>
          <a:p>
            <a:pPr>
              <a:defRPr sz="2000"/>
            </a:pPr>
            <a:r>
              <a:t>Command injection → web telemetry + auditd/80792</a:t>
            </a:r>
          </a:p>
          <a:p>
            <a:pPr>
              <a:defRPr sz="2000"/>
            </a:pPr>
            <a:r>
              <a:t>Detection followed by source/target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Unauthorized data access or modification</a:t>
            </a:r>
          </a:p>
          <a:p>
            <a:pPr>
              <a:defRPr sz="2000"/>
            </a:pPr>
            <a:r>
              <a:t>Account compromise</a:t>
            </a:r>
          </a:p>
          <a:p>
            <a:pPr>
              <a:defRPr sz="2000"/>
            </a:pPr>
            <a:r>
              <a:t>User/browser compromise</a:t>
            </a:r>
          </a:p>
          <a:p>
            <a:pPr>
              <a:defRPr sz="2000"/>
            </a:pPr>
            <a:r>
              <a:t>Potential server-level command execution</a:t>
            </a:r>
          </a:p>
          <a:p>
            <a:pPr>
              <a:defRPr sz="2000"/>
            </a:pPr>
            <a:r>
              <a:t>Service disruption and recovery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Eliminate unsafe OS command execution</a:t>
            </a:r>
          </a:p>
          <a:p>
            <a:pPr>
              <a:defRPr sz="2000"/>
            </a:pPr>
            <a:r>
              <a:t>2. Parameterize database queries</a:t>
            </a:r>
          </a:p>
          <a:p>
            <a:pPr>
              <a:defRPr sz="2000"/>
            </a:pPr>
            <a:r>
              <a:t>3. Validate input and encode output</a:t>
            </a:r>
          </a:p>
          <a:p>
            <a:pPr>
              <a:defRPr sz="2000"/>
            </a:pPr>
            <a:r>
              <a:t>4. Strengthen authentication + MFA</a:t>
            </a:r>
          </a:p>
          <a:p>
            <a:pPr>
              <a:defRPr sz="2000"/>
            </a:pPr>
            <a:r>
              <a:t>5. Maintain centralized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Least privilege</a:t>
            </a:r>
          </a:p>
          <a:p>
            <a:pPr>
              <a:defRPr sz="2000"/>
            </a:pPr>
            <a:r>
              <a:t>Patch management</a:t>
            </a:r>
          </a:p>
          <a:p>
            <a:pPr>
              <a:defRPr sz="2000"/>
            </a:pPr>
            <a:r>
              <a:t>Network segmentation</a:t>
            </a:r>
          </a:p>
          <a:p>
            <a:pPr>
              <a:defRPr sz="2000"/>
            </a:pPr>
            <a:r>
              <a:t>Audit logging</a:t>
            </a:r>
          </a:p>
          <a:p>
            <a:pPr>
              <a:defRPr sz="2000"/>
            </a:pPr>
            <a:r>
              <a:t>Protected backups</a:t>
            </a:r>
          </a:p>
          <a:p>
            <a:pPr>
              <a:defRPr sz="2000"/>
            </a:pPr>
            <a:r>
              <a:t>Restoration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vulnerability matters when it can affect a business asset.</a:t>
            </a:r>
          </a:p>
          <a:p>
            <a:pPr>
              <a:defRPr sz="2000"/>
            </a:pPr>
            <a:r>
              <a:t>Detection needs usable telemetry.</a:t>
            </a:r>
          </a:p>
          <a:p>
            <a:pPr>
              <a:defRPr sz="2000"/>
            </a:pPr>
            <a:r>
              <a:t>Web-layer and endpoint evidence are stronger together.</a:t>
            </a:r>
          </a:p>
          <a:p>
            <a:pPr>
              <a:defRPr sz="2000"/>
            </a:pPr>
            <a:r>
              <a:t>Remediation should be prioritized by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Reduce attack surface.</a:t>
            </a:r>
          </a:p>
          <a:p>
            <a:pPr>
              <a:defRPr sz="2000"/>
            </a:pPr>
            <a:r>
              <a:t>Protect identities and application data.</a:t>
            </a:r>
          </a:p>
          <a:p>
            <a:pPr>
              <a:defRPr sz="2000"/>
            </a:pPr>
            <a:r>
              <a:t>Keep the monitoring capability.</a:t>
            </a:r>
          </a:p>
          <a:p>
            <a:pPr>
              <a:defRPr sz="2000"/>
            </a:pPr>
            <a:r>
              <a:t>Test recovery.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